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Мое Скопје
Skopje's live city data,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what you follow
Choose your layers, change them anytime
Macedonian or English
Works on desktop and phone, in light or dark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in Skopje
Air, weather, outages and your next bus on one screen
A score out of 100 for going outside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clean is the air?
A heat map from official and community sensors
PM10 over the last 7 days
Plain advice for each pollution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your street affected?
Water, power and heating cuts, street by street
Planned cuts for the next 7 days, sorted by 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When's the next bus?
Every JSP stop, from the official timetable
Next departures for each line
Tap a departure to see that bus on the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 and parking
Closed streets and roadworks from MVR notices
Routes around closures, ready for Google Maps or Waze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 and parking
Closed streets and roadworks from MVR notices
Routes around closures, ready for Google Maps or Waze
Parking zones A0 to D, with hourly prices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Pharmacies and more
Which pharmacy is on duty tonight
Earthquakes, city events and waste pickup days
Schools, kindergartens and online 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about the city
Ask in Macedonian or English
Answers come from live data and name the source
Tap the source to see it on the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always see how fresh it is
Every source is marked live, stale or demo data
If a source is down, you get its last saved copy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Мое Скопје
13 layers of city data on one 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Мое Скопје. Skopje's live city data, in one pla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ck what you follow. Choose your layers, change them anytime. Macedonian or English. Works on desktop and phone, in light or d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day in Skopje. Air, weather, outages and your next bus on one screen. A score out of 100 for going out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lean is the air?. A heat map from official and community sensors. PM10 over the last 7 days. Plain advice for each pollution le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s your street affected?. Water, power and heating cuts, street by street. Planned cuts for the next 7 days, sorted by d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en's the next bus?. Every JSP stop, from the official timetable. Next departures for each line. Tap a departure to see that bus on th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ads and parking. Closed streets and roadworks from MVR notices. Routes around closures, ready for Google Maps or Wa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ads and parking. Closed streets and roadworks from MVR notices. Routes around closures, ready for Google Maps or Waze. Parking zones A0 to D, with hourly pr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armacies and more. Which pharmacy is on duty tonight. Earthquakes, city events and waste pickup days. Schools, kindergartens and online serv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k about the city. Ask in Macedonian or English. Answers come from live data and name the source. Tap the source to see it on th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ou always see how fresh it is. Every source is marked live, stale or demo data. If a source is down, you get its last saved cop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E6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Мое Скопје. 13 layers of city data on one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Мое Скопје: features</dc:title>
  <dc:subject>PptxGenJS Presentation</dc:subject>
  <dc:creator>PptxGenJS</dc:creator>
  <cp:lastModifiedBy>PptxGenJS</cp:lastModifiedBy>
  <cp:revision>1</cp:revision>
  <dcterms:created xsi:type="dcterms:W3CDTF">2026-10-17T14:25:28Z</dcterms:created>
  <dcterms:modified xsi:type="dcterms:W3CDTF">2026-10-17T14:25:28Z</dcterms:modified>
</cp:coreProperties>
</file>